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38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16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8FCA8-381D-4D5E-AB28-77BD870EEA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A36CCD-C71B-4709-9141-438070BD0C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2C747-731E-49C9-AE7D-097E15D9B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FC8F5-6AE7-45B3-9955-99D89EF8794D}" type="datetimeFigureOut">
              <a:rPr lang="en-US" smtClean="0"/>
              <a:t>2/11/2022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EA96A-C9E5-42E1-8136-6DB968753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512F2-6E0C-4EC9-ADD5-1AC1053AA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EF5C-7101-4770-A2F6-1D8DEF679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906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83AD2-A73A-4205-8432-29F321999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EE5E7-FD58-4FC5-B44B-671571B97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8CCE3-0983-498F-BFAC-A430BE98D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FC8F5-6AE7-45B3-9955-99D89EF8794D}" type="datetimeFigureOut">
              <a:rPr lang="en-US" smtClean="0"/>
              <a:t>2/11/2022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26EEF-FBDF-4DFE-82D7-CEA5B2C1A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98238-5F07-4C69-987C-7F5C0CCA5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EF5C-7101-4770-A2F6-1D8DEF679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140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057E0-4C47-4262-A637-C3DBDF4F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4AC93-5684-48AE-890D-7166ABB17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7FEC3-E0A5-47F3-84EC-C683072A4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FC8F5-6AE7-45B3-9955-99D89EF8794D}" type="datetimeFigureOut">
              <a:rPr lang="en-US" smtClean="0"/>
              <a:t>2/11/2022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EEDFD-E1D8-4C56-A708-1D130EF34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097A6-3623-4A2F-B093-416EC3519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EF5C-7101-4770-A2F6-1D8DEF679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948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D1919-7E29-4D8E-89FB-68F01ACD6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FE146-D68A-4163-9CC8-1D66DE45FF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E3AA62-CEBA-4774-BA4A-CE246B6AD3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9F3964-3C39-406A-9DA5-5503EB82E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FC8F5-6AE7-45B3-9955-99D89EF8794D}" type="datetimeFigureOut">
              <a:rPr lang="en-US" smtClean="0"/>
              <a:t>2/11/2022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518F08-FBC7-4565-AF60-C0F3AC0EE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B3EA6C-5CE0-4644-AAD3-2E88CAD1A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EF5C-7101-4770-A2F6-1D8DEF679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45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9C3AD-B96A-4403-923E-0187F3292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13F60E-02ED-4DEB-9D9C-05BE961AA3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8D571B-C266-4B40-ACE5-2ABA6EE42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29C3CB-5753-4798-9857-601DBA9AE4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FA04CD-C98E-4514-BD9A-ADD26BA28E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A302F7-2BA2-4E6A-8978-380BE5FAB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FC8F5-6AE7-45B3-9955-99D89EF8794D}" type="datetimeFigureOut">
              <a:rPr lang="en-US" smtClean="0"/>
              <a:t>2/11/2022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350F83-2A64-4BCB-9F0B-604954418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202C88-7A17-4084-B673-03F1349E5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EF5C-7101-4770-A2F6-1D8DEF679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559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FEC14-1D19-44A1-938F-248A7E5B9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C43A65-6996-4890-BF68-0BC2C5AE1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FC8F5-6AE7-45B3-9955-99D89EF8794D}" type="datetimeFigureOut">
              <a:rPr lang="en-US" smtClean="0"/>
              <a:t>2/11/2022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C42E25-82C0-45A1-8256-DFA3AA86F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4610EC-F62F-4D11-AB46-4E426AFBC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EF5C-7101-4770-A2F6-1D8DEF679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886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F3C9E0-5125-4DAA-9602-F26BEBC22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FC8F5-6AE7-45B3-9955-99D89EF8794D}" type="datetimeFigureOut">
              <a:rPr lang="en-US" smtClean="0"/>
              <a:t>2/11/2022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5A2CE1-7363-46CA-99F1-DAF04AA24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92AF9A-929E-4270-A4E6-E8C0A0060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EF5C-7101-4770-A2F6-1D8DEF679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82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212F0-90D0-441D-88BB-20209D78A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65874-7E57-4811-8E60-3B9DB42C7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7FCF70-1799-47EA-B362-9CBDA0B192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D97E5B-EF7C-4CAE-8B19-840AB6C2E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FC8F5-6AE7-45B3-9955-99D89EF8794D}" type="datetimeFigureOut">
              <a:rPr lang="en-US" smtClean="0"/>
              <a:t>2/11/2022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4D4088-E709-4B59-A179-CA92BB3BA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EA2B28-B948-4F17-ABE3-854C995B1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EF5C-7101-4770-A2F6-1D8DEF679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986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2D342-6576-4C9E-B603-9F428957F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24D769-8850-4E09-99C0-6F88657BEF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F2376-476B-4F24-A421-7F329A7BF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BAB6BE-79BD-4AB7-90DB-A230E0BFF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FC8F5-6AE7-45B3-9955-99D89EF8794D}" type="datetimeFigureOut">
              <a:rPr lang="en-US" smtClean="0"/>
              <a:t>2/11/2022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F10E67-11D9-43FC-9667-703992B04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D06C95-337F-4514-B77E-554F22A3F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EF5C-7101-4770-A2F6-1D8DEF679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410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5DF03-A872-45D3-A683-0009E3B51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EF242E-21EC-4F5F-B366-7F9E3E238E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251CCC-FABF-460C-829E-08C850D16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FC8F5-6AE7-45B3-9955-99D89EF8794D}" type="datetimeFigureOut">
              <a:rPr lang="en-US" smtClean="0"/>
              <a:t>2/11/2022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6135F-5CB6-4BB5-991E-4F66B5219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5196F-B2D0-438E-8FA3-943471EF5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EF5C-7101-4770-A2F6-1D8DEF679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059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8411E0-25DB-44C7-B27B-714E6B1041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F584F4-CC0F-4D65-865F-BF082307E8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807A2-9557-421A-9933-FED5201AC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FC8F5-6AE7-45B3-9955-99D89EF8794D}" type="datetimeFigureOut">
              <a:rPr lang="en-US" smtClean="0"/>
              <a:t>2/11/2022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68E51-A688-4493-9215-7F63456C4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2507F-5594-4F90-9BD9-7139E36D1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EF5C-7101-4770-A2F6-1D8DEF679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998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164F37-73CD-438B-8E74-AB259D947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51D03-4669-40C1-8100-5FE2C07C0E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0DC1B-1D6F-4652-88B8-85B53A34CE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4FC8F5-6AE7-45B3-9955-99D89EF8794D}" type="datetimeFigureOut">
              <a:rPr lang="en-US" smtClean="0"/>
              <a:t>2/11/2022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0DF3CC-2210-4106-A28E-CBBF9D97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CA00B-0899-4A67-8D6E-425FE2D5D4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2EEF5C-7101-4770-A2F6-1D8DEF679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133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21ECF7B-E46D-4244-B5FE-AD195D5B4A97}"/>
              </a:ext>
            </a:extLst>
          </p:cNvPr>
          <p:cNvGrpSpPr/>
          <p:nvPr/>
        </p:nvGrpSpPr>
        <p:grpSpPr>
          <a:xfrm>
            <a:off x="0" y="0"/>
            <a:ext cx="11295197" cy="6858000"/>
            <a:chOff x="522220" y="0"/>
            <a:chExt cx="11295197" cy="6858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E575DAE-825D-449E-B5F9-2BB97F1A97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9296" t="13203" r="17813" b="31388"/>
            <a:stretch/>
          </p:blipFill>
          <p:spPr>
            <a:xfrm>
              <a:off x="522220" y="0"/>
              <a:ext cx="11147560" cy="6858000"/>
            </a:xfrm>
            <a:prstGeom prst="rect">
              <a:avLst/>
            </a:prstGeom>
          </p:spPr>
        </p:pic>
        <p:sp>
          <p:nvSpPr>
            <p:cNvPr id="6" name="Speech Bubble: Rectangle 5">
              <a:extLst>
                <a:ext uri="{FF2B5EF4-FFF2-40B4-BE49-F238E27FC236}">
                  <a16:creationId xmlns:a16="http://schemas.microsoft.com/office/drawing/2014/main" id="{D4B06C81-8EB7-4BB0-BA23-13AC4EC95690}"/>
                </a:ext>
              </a:extLst>
            </p:cNvPr>
            <p:cNvSpPr/>
            <p:nvPr/>
          </p:nvSpPr>
          <p:spPr>
            <a:xfrm>
              <a:off x="9996638" y="4990494"/>
              <a:ext cx="1820779" cy="427267"/>
            </a:xfrm>
            <a:prstGeom prst="wedgeRectCallout">
              <a:avLst>
                <a:gd name="adj1" fmla="val -38161"/>
                <a:gd name="adj2" fmla="val -214584"/>
              </a:avLst>
            </a:prstGeom>
            <a:solidFill>
              <a:srgbClr val="FFFFFF">
                <a:alpha val="69804"/>
              </a:srgbClr>
            </a:solidFill>
            <a:ln w="31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rgbClr val="C00000"/>
                  </a:solidFill>
                </a:rPr>
                <a:t>Click “Download”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86907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7C29AC-C22A-48CD-9022-74FB37B79C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965" t="27148" r="15651" b="26177"/>
          <a:stretch/>
        </p:blipFill>
        <p:spPr>
          <a:xfrm>
            <a:off x="-1" y="0"/>
            <a:ext cx="114199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887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87E20F-34A9-4543-88BA-DA4E90E3E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9981"/>
            <a:ext cx="10036500" cy="685194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B0FB765-AF9F-4934-9C8C-99282C4A9067}"/>
              </a:ext>
            </a:extLst>
          </p:cNvPr>
          <p:cNvSpPr/>
          <p:nvPr/>
        </p:nvSpPr>
        <p:spPr>
          <a:xfrm>
            <a:off x="359763" y="2878112"/>
            <a:ext cx="1222977" cy="3627620"/>
          </a:xfrm>
          <a:prstGeom prst="roundRect">
            <a:avLst>
              <a:gd name="adj" fmla="val 3170"/>
            </a:avLst>
          </a:prstGeom>
          <a:noFill/>
          <a:ln w="28575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8A6BFE5-B3DE-49C3-80BA-60E7C934EE04}"/>
              </a:ext>
            </a:extLst>
          </p:cNvPr>
          <p:cNvSpPr/>
          <p:nvPr/>
        </p:nvSpPr>
        <p:spPr>
          <a:xfrm>
            <a:off x="2945567" y="2908092"/>
            <a:ext cx="6872990" cy="3597640"/>
          </a:xfrm>
          <a:prstGeom prst="roundRect">
            <a:avLst>
              <a:gd name="adj" fmla="val 1000"/>
            </a:avLst>
          </a:prstGeom>
          <a:noFill/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4385A7-8D61-4225-86B0-043182EF21EE}"/>
              </a:ext>
            </a:extLst>
          </p:cNvPr>
          <p:cNvSpPr txBox="1"/>
          <p:nvPr/>
        </p:nvSpPr>
        <p:spPr>
          <a:xfrm>
            <a:off x="6125680" y="4519375"/>
            <a:ext cx="2953785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Leave unused columns blank without any elements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9F8E449-0443-48FB-B070-6739A84D1FA6}"/>
              </a:ext>
            </a:extLst>
          </p:cNvPr>
          <p:cNvSpPr/>
          <p:nvPr/>
        </p:nvSpPr>
        <p:spPr>
          <a:xfrm>
            <a:off x="284813" y="2652192"/>
            <a:ext cx="9533744" cy="180949"/>
          </a:xfrm>
          <a:prstGeom prst="roundRect">
            <a:avLst>
              <a:gd name="adj" fmla="val 3170"/>
            </a:avLst>
          </a:prstGeom>
          <a:noFill/>
          <a:ln w="28575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Speech Bubble: Rectangle 11">
            <a:extLst>
              <a:ext uri="{FF2B5EF4-FFF2-40B4-BE49-F238E27FC236}">
                <a16:creationId xmlns:a16="http://schemas.microsoft.com/office/drawing/2014/main" id="{C1D5C2C0-E447-4510-9918-E12678671728}"/>
              </a:ext>
            </a:extLst>
          </p:cNvPr>
          <p:cNvSpPr/>
          <p:nvPr/>
        </p:nvSpPr>
        <p:spPr>
          <a:xfrm>
            <a:off x="2496841" y="4607752"/>
            <a:ext cx="2764706" cy="907562"/>
          </a:xfrm>
          <a:prstGeom prst="wedgeRectCallout">
            <a:avLst>
              <a:gd name="adj1" fmla="val -82361"/>
              <a:gd name="adj2" fmla="val -68183"/>
            </a:avLst>
          </a:prstGeom>
          <a:solidFill>
            <a:srgbClr val="FFFFFF"/>
          </a:solidFill>
          <a:ln w="31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/>
                </a:solidFill>
              </a:rPr>
              <a:t>Columns starting from A2 and B2 are reserved for x, y coordination</a:t>
            </a:r>
          </a:p>
        </p:txBody>
      </p:sp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583742D0-9990-4CD5-ACB0-6D9450CA8DEE}"/>
              </a:ext>
            </a:extLst>
          </p:cNvPr>
          <p:cNvSpPr/>
          <p:nvPr/>
        </p:nvSpPr>
        <p:spPr>
          <a:xfrm>
            <a:off x="5770490" y="3340285"/>
            <a:ext cx="2454112" cy="569328"/>
          </a:xfrm>
          <a:prstGeom prst="wedgeRectCallout">
            <a:avLst>
              <a:gd name="adj1" fmla="val -26436"/>
              <a:gd name="adj2" fmla="val -145935"/>
            </a:avLst>
          </a:prstGeom>
          <a:solidFill>
            <a:srgbClr val="FFFFFF">
              <a:alpha val="69804"/>
            </a:srgbClr>
          </a:solidFill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Row1 can be written in anything for notes</a:t>
            </a:r>
          </a:p>
        </p:txBody>
      </p:sp>
    </p:spTree>
    <p:extLst>
      <p:ext uri="{BB962C8B-B14F-4D97-AF65-F5344CB8AC3E}">
        <p14:creationId xmlns:p14="http://schemas.microsoft.com/office/powerpoint/2010/main" val="3218881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32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 Hou</dc:creator>
  <cp:lastModifiedBy>Li Hou</cp:lastModifiedBy>
  <cp:revision>6</cp:revision>
  <dcterms:created xsi:type="dcterms:W3CDTF">2022-02-06T18:17:55Z</dcterms:created>
  <dcterms:modified xsi:type="dcterms:W3CDTF">2022-02-11T16:52:12Z</dcterms:modified>
</cp:coreProperties>
</file>