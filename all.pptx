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7" r:id="rId3"/>
    <p:sldId id="262" r:id="rId4"/>
    <p:sldId id="258" r:id="rId5"/>
    <p:sldId id="260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02" autoAdjust="0"/>
    <p:restoredTop sz="94660"/>
  </p:normalViewPr>
  <p:slideViewPr>
    <p:cSldViewPr snapToGrid="0">
      <p:cViewPr>
        <p:scale>
          <a:sx n="89" d="100"/>
          <a:sy n="89" d="100"/>
        </p:scale>
        <p:origin x="48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FCA8-381D-4D5E-AB28-77BD870EE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36CCD-C71B-4709-9141-438070BD0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2C747-731E-49C9-AE7D-097E15D9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EA96A-C9E5-42E1-8136-6DB96875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512F2-6E0C-4EC9-ADD5-1AC1053AA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06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3AD2-A73A-4205-8432-29F321999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E5E7-FD58-4FC5-B44B-671571B97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8CCE3-0983-498F-BFAC-A430BE98D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26EEF-FBDF-4DFE-82D7-CEA5B2C1A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98238-5F07-4C69-987C-7F5C0CCA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4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057E0-4C47-4262-A637-C3DBDF4F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4AC93-5684-48AE-890D-7166ABB17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7FEC3-E0A5-47F3-84EC-C683072A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EEDFD-E1D8-4C56-A708-1D130EF34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097A6-3623-4A2F-B093-416EC351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48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D1919-7E29-4D8E-89FB-68F01ACD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FE146-D68A-4163-9CC8-1D66DE45F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3AA62-CEBA-4774-BA4A-CE246B6AD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F3964-3C39-406A-9DA5-5503EB82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18F08-FBC7-4565-AF60-C0F3AC0E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3EA6C-5CE0-4644-AAD3-2E88CAD1A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45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9C3AD-B96A-4403-923E-0187F329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3F60E-02ED-4DEB-9D9C-05BE961AA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D571B-C266-4B40-ACE5-2ABA6EE42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9C3CB-5753-4798-9857-601DBA9AE4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A04CD-C98E-4514-BD9A-ADD26BA28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A302F7-2BA2-4E6A-8978-380BE5FA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350F83-2A64-4BCB-9F0B-604954418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202C88-7A17-4084-B673-03F1349E5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59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EC14-1D19-44A1-938F-248A7E5B9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43A65-6996-4890-BF68-0BC2C5AE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42E25-82C0-45A1-8256-DFA3AA86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610EC-F62F-4D11-AB46-4E426AFBC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86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3C9E0-5125-4DAA-9602-F26BEBC22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5A2CE1-7363-46CA-99F1-DAF04AA24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2AF9A-929E-4270-A4E6-E8C0A006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82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212F0-90D0-441D-88BB-20209D78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65874-7E57-4811-8E60-3B9DB42C7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FCF70-1799-47EA-B362-9CBDA0B19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97E5B-EF7C-4CAE-8B19-840AB6C2E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D4088-E709-4B59-A179-CA92BB3BA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A2B28-B948-4F17-ABE3-854C995B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8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D342-6576-4C9E-B603-9F428957F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24D769-8850-4E09-99C0-6F88657BEF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F2376-476B-4F24-A421-7F329A7BF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AB6BE-79BD-4AB7-90DB-A230E0BFF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10E67-11D9-43FC-9667-703992B04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06C95-337F-4514-B77E-554F22A3F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10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5DF03-A872-45D3-A683-0009E3B5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F242E-21EC-4F5F-B366-7F9E3E238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51CCC-FABF-460C-829E-08C850D16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6135F-5CB6-4BB5-991E-4F66B521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5196F-B2D0-438E-8FA3-943471EF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59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8411E0-25DB-44C7-B27B-714E6B104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584F4-CC0F-4D65-865F-BF082307E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807A2-9557-421A-9933-FED5201A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C8F5-6AE7-45B3-9955-99D89EF8794D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68E51-A688-4493-9215-7F63456C4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2507F-5594-4F90-9BD9-7139E36D1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98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164F37-73CD-438B-8E74-AB259D94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51D03-4669-40C1-8100-5FE2C07C0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0DC1B-1D6F-4652-88B8-85B53A34CE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FC8F5-6AE7-45B3-9955-99D89EF8794D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DF3CC-2210-4106-A28E-CBBF9D97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CA00B-0899-4A67-8D6E-425FE2D5D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EEF5C-7101-4770-A2F6-1D8DEF679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3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000000-0008-0000-0000-000005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61" y="4593"/>
            <a:ext cx="3584974" cy="3739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000000-0008-0000-0000-00000A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289" y="18430"/>
            <a:ext cx="3785772" cy="35539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000000-0008-0000-0000-00000B0000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834"/>
          <a:stretch/>
        </p:blipFill>
        <p:spPr>
          <a:xfrm>
            <a:off x="4096702" y="3436231"/>
            <a:ext cx="3614183" cy="33672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000000-0008-0000-0000-00000C00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6004" y="3394285"/>
            <a:ext cx="3712464" cy="34643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000000-0008-0000-0000-00000D000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0505" y="68764"/>
            <a:ext cx="3584977" cy="3382902"/>
          </a:xfrm>
          <a:prstGeom prst="rect">
            <a:avLst/>
          </a:prstGeom>
        </p:spPr>
      </p:pic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9833E504-19A8-4DBA-A9DA-36147B3D3566}"/>
              </a:ext>
            </a:extLst>
          </p:cNvPr>
          <p:cNvSpPr/>
          <p:nvPr/>
        </p:nvSpPr>
        <p:spPr>
          <a:xfrm>
            <a:off x="509274" y="225208"/>
            <a:ext cx="690351" cy="261353"/>
          </a:xfrm>
          <a:prstGeom prst="wedgeRectCallout">
            <a:avLst>
              <a:gd name="adj1" fmla="val 71676"/>
              <a:gd name="adj2" fmla="val 47144"/>
            </a:avLst>
          </a:prstGeom>
          <a:solidFill>
            <a:srgbClr val="FFFFFF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Original 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94DA28DD-AF55-44F7-B9D6-DD90727FBEC0}"/>
              </a:ext>
            </a:extLst>
          </p:cNvPr>
          <p:cNvSpPr/>
          <p:nvPr/>
        </p:nvSpPr>
        <p:spPr>
          <a:xfrm>
            <a:off x="4176831" y="225208"/>
            <a:ext cx="966506" cy="419448"/>
          </a:xfrm>
          <a:prstGeom prst="wedgeRectCallout">
            <a:avLst>
              <a:gd name="adj1" fmla="val 69593"/>
              <a:gd name="adj2" fmla="val 40354"/>
            </a:avLst>
          </a:prstGeom>
          <a:solidFill>
            <a:srgbClr val="FFFFFF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After tilting is removed 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70FE74B5-3E98-4FB1-8E6C-44234FCE7BFB}"/>
              </a:ext>
            </a:extLst>
          </p:cNvPr>
          <p:cNvSpPr/>
          <p:nvPr/>
        </p:nvSpPr>
        <p:spPr>
          <a:xfrm>
            <a:off x="7365534" y="225208"/>
            <a:ext cx="1704552" cy="566904"/>
          </a:xfrm>
          <a:prstGeom prst="wedgeRectCallout">
            <a:avLst>
              <a:gd name="adj1" fmla="val 62703"/>
              <a:gd name="adj2" fmla="val 35915"/>
            </a:avLst>
          </a:prstGeom>
          <a:solidFill>
            <a:srgbClr val="FFFFFF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Residual left after both tilting and radius profile are removed 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F4D319D5-9327-4A11-A71C-0F903DBCF660}"/>
              </a:ext>
            </a:extLst>
          </p:cNvPr>
          <p:cNvSpPr/>
          <p:nvPr/>
        </p:nvSpPr>
        <p:spPr>
          <a:xfrm>
            <a:off x="1831313" y="4461543"/>
            <a:ext cx="2010270" cy="830511"/>
          </a:xfrm>
          <a:prstGeom prst="wedgeRectCallout">
            <a:avLst>
              <a:gd name="adj1" fmla="val 62803"/>
              <a:gd name="adj2" fmla="val 24495"/>
            </a:avLst>
          </a:prstGeom>
          <a:solidFill>
            <a:srgbClr val="FFFFFF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Two possible system errors: tilting and radius profile from chamber design (ESC, RF coils, etc.)</a:t>
            </a:r>
          </a:p>
        </p:txBody>
      </p:sp>
    </p:spTree>
    <p:extLst>
      <p:ext uri="{BB962C8B-B14F-4D97-AF65-F5344CB8AC3E}">
        <p14:creationId xmlns:p14="http://schemas.microsoft.com/office/powerpoint/2010/main" val="261096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25B078-FB9E-4041-8A44-B2EB642CC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882" y="372662"/>
            <a:ext cx="3244156" cy="34345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B6FEF79-A75F-4C03-91D0-15C4ABAAA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153" y="380705"/>
            <a:ext cx="3108960" cy="33933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11" y="360727"/>
            <a:ext cx="3108960" cy="339331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96" y="3970381"/>
            <a:ext cx="3370361" cy="255003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7326" y="3970381"/>
            <a:ext cx="3370361" cy="2550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0235" y="3970380"/>
            <a:ext cx="3370360" cy="255003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F821B2-0E38-4211-9A76-C6A241E4FA9F}"/>
              </a:ext>
            </a:extLst>
          </p:cNvPr>
          <p:cNvCxnSpPr>
            <a:cxnSpLocks/>
          </p:cNvCxnSpPr>
          <p:nvPr/>
        </p:nvCxnSpPr>
        <p:spPr>
          <a:xfrm>
            <a:off x="1199627" y="1619076"/>
            <a:ext cx="2348917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2BE92B2-EBCB-4B73-996B-3A5C98278D40}"/>
              </a:ext>
            </a:extLst>
          </p:cNvPr>
          <p:cNvCxnSpPr>
            <a:cxnSpLocks/>
          </p:cNvCxnSpPr>
          <p:nvPr/>
        </p:nvCxnSpPr>
        <p:spPr>
          <a:xfrm>
            <a:off x="8901594" y="2074160"/>
            <a:ext cx="2348917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A68117-AF36-49DA-9A3C-8636813435D9}"/>
              </a:ext>
            </a:extLst>
          </p:cNvPr>
          <p:cNvCxnSpPr>
            <a:cxnSpLocks/>
          </p:cNvCxnSpPr>
          <p:nvPr/>
        </p:nvCxnSpPr>
        <p:spPr>
          <a:xfrm>
            <a:off x="2390863" y="588628"/>
            <a:ext cx="0" cy="2171353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8F1ADE6-0334-4F68-98CC-405FBA79C2F6}"/>
              </a:ext>
            </a:extLst>
          </p:cNvPr>
          <p:cNvCxnSpPr>
            <a:cxnSpLocks/>
          </p:cNvCxnSpPr>
          <p:nvPr/>
        </p:nvCxnSpPr>
        <p:spPr>
          <a:xfrm>
            <a:off x="4961840" y="1623271"/>
            <a:ext cx="2348917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1323ED-F5D7-4173-BC31-937361D311D6}"/>
              </a:ext>
            </a:extLst>
          </p:cNvPr>
          <p:cNvCxnSpPr>
            <a:cxnSpLocks/>
          </p:cNvCxnSpPr>
          <p:nvPr/>
        </p:nvCxnSpPr>
        <p:spPr>
          <a:xfrm>
            <a:off x="8906311" y="1627465"/>
            <a:ext cx="2348917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A0835A1-F44A-4323-B59D-54D418612F24}"/>
              </a:ext>
            </a:extLst>
          </p:cNvPr>
          <p:cNvCxnSpPr>
            <a:cxnSpLocks/>
          </p:cNvCxnSpPr>
          <p:nvPr/>
        </p:nvCxnSpPr>
        <p:spPr>
          <a:xfrm>
            <a:off x="6153076" y="588628"/>
            <a:ext cx="0" cy="2171353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FAFF3E-622A-417D-B52B-371CF073A581}"/>
              </a:ext>
            </a:extLst>
          </p:cNvPr>
          <p:cNvCxnSpPr>
            <a:cxnSpLocks/>
          </p:cNvCxnSpPr>
          <p:nvPr/>
        </p:nvCxnSpPr>
        <p:spPr>
          <a:xfrm>
            <a:off x="8901595" y="1194034"/>
            <a:ext cx="2348917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peech Bubble: Rectangle 31">
            <a:extLst>
              <a:ext uri="{FF2B5EF4-FFF2-40B4-BE49-F238E27FC236}">
                <a16:creationId xmlns:a16="http://schemas.microsoft.com/office/drawing/2014/main" id="{CDD33D70-E257-4A68-85C9-06C78E1EE093}"/>
              </a:ext>
            </a:extLst>
          </p:cNvPr>
          <p:cNvSpPr/>
          <p:nvPr/>
        </p:nvSpPr>
        <p:spPr>
          <a:xfrm>
            <a:off x="660501" y="2082549"/>
            <a:ext cx="425829" cy="182479"/>
          </a:xfrm>
          <a:prstGeom prst="wedgeRectCallout">
            <a:avLst>
              <a:gd name="adj1" fmla="val 99285"/>
              <a:gd name="adj2" fmla="val -287507"/>
            </a:avLst>
          </a:prstGeom>
          <a:solidFill>
            <a:srgbClr val="FFFFFF">
              <a:alpha val="69804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X-X</a:t>
            </a:r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0EEB8460-0E3F-4DF7-8224-FBC0E14AB731}"/>
              </a:ext>
            </a:extLst>
          </p:cNvPr>
          <p:cNvSpPr/>
          <p:nvPr/>
        </p:nvSpPr>
        <p:spPr>
          <a:xfrm>
            <a:off x="8129531" y="1902149"/>
            <a:ext cx="696822" cy="182479"/>
          </a:xfrm>
          <a:prstGeom prst="wedgeRectCallout">
            <a:avLst>
              <a:gd name="adj1" fmla="val 64016"/>
              <a:gd name="adj2" fmla="val -189383"/>
            </a:avLst>
          </a:prstGeom>
          <a:solidFill>
            <a:srgbClr val="FFFFFF">
              <a:alpha val="69804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2</a:t>
            </a:r>
            <a:r>
              <a:rPr lang="en-US" sz="1200" baseline="30000" dirty="0">
                <a:solidFill>
                  <a:schemeClr val="accent1"/>
                </a:solidFill>
              </a:rPr>
              <a:t>nd</a:t>
            </a:r>
            <a:r>
              <a:rPr lang="en-US" sz="1200" dirty="0">
                <a:solidFill>
                  <a:schemeClr val="accent1"/>
                </a:solidFill>
              </a:rPr>
              <a:t> X-X</a:t>
            </a:r>
          </a:p>
        </p:txBody>
      </p:sp>
      <p:sp>
        <p:nvSpPr>
          <p:cNvPr id="34" name="Speech Bubble: Rectangle 33">
            <a:extLst>
              <a:ext uri="{FF2B5EF4-FFF2-40B4-BE49-F238E27FC236}">
                <a16:creationId xmlns:a16="http://schemas.microsoft.com/office/drawing/2014/main" id="{5FE83294-512A-4532-9381-2537576FCDC2}"/>
              </a:ext>
            </a:extLst>
          </p:cNvPr>
          <p:cNvSpPr/>
          <p:nvPr/>
        </p:nvSpPr>
        <p:spPr>
          <a:xfrm>
            <a:off x="8129532" y="2351567"/>
            <a:ext cx="696821" cy="182480"/>
          </a:xfrm>
          <a:prstGeom prst="wedgeRectCallout">
            <a:avLst>
              <a:gd name="adj1" fmla="val 59532"/>
              <a:gd name="adj2" fmla="val -196592"/>
            </a:avLst>
          </a:prstGeom>
          <a:solidFill>
            <a:srgbClr val="FFFFFF">
              <a:alpha val="69804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3</a:t>
            </a:r>
            <a:r>
              <a:rPr lang="en-US" sz="1200" baseline="30000" dirty="0">
                <a:solidFill>
                  <a:schemeClr val="accent1"/>
                </a:solidFill>
              </a:rPr>
              <a:t>rd</a:t>
            </a:r>
            <a:r>
              <a:rPr lang="en-US" sz="1200" dirty="0">
                <a:solidFill>
                  <a:schemeClr val="accent1"/>
                </a:solidFill>
              </a:rPr>
              <a:t> X-X</a:t>
            </a:r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9F132294-8EC3-41DA-B5B0-E53C462EE2ED}"/>
              </a:ext>
            </a:extLst>
          </p:cNvPr>
          <p:cNvSpPr/>
          <p:nvPr/>
        </p:nvSpPr>
        <p:spPr>
          <a:xfrm>
            <a:off x="8042179" y="862759"/>
            <a:ext cx="704508" cy="182479"/>
          </a:xfrm>
          <a:prstGeom prst="wedgeRectCallout">
            <a:avLst>
              <a:gd name="adj1" fmla="val 66769"/>
              <a:gd name="adj2" fmla="val 122917"/>
            </a:avLst>
          </a:prstGeom>
          <a:solidFill>
            <a:srgbClr val="FFFFFF">
              <a:alpha val="69804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1</a:t>
            </a:r>
            <a:r>
              <a:rPr lang="en-US" sz="1200" baseline="30000" dirty="0">
                <a:solidFill>
                  <a:schemeClr val="accent1"/>
                </a:solidFill>
              </a:rPr>
              <a:t>st</a:t>
            </a:r>
            <a:r>
              <a:rPr lang="en-US" sz="1200" dirty="0">
                <a:solidFill>
                  <a:schemeClr val="accent1"/>
                </a:solidFill>
              </a:rPr>
              <a:t> X-X</a:t>
            </a:r>
          </a:p>
        </p:txBody>
      </p:sp>
      <p:sp>
        <p:nvSpPr>
          <p:cNvPr id="36" name="Speech Bubble: Rectangle 35">
            <a:extLst>
              <a:ext uri="{FF2B5EF4-FFF2-40B4-BE49-F238E27FC236}">
                <a16:creationId xmlns:a16="http://schemas.microsoft.com/office/drawing/2014/main" id="{759676FE-6C13-4BBC-BAA1-44E5643A43D7}"/>
              </a:ext>
            </a:extLst>
          </p:cNvPr>
          <p:cNvSpPr/>
          <p:nvPr/>
        </p:nvSpPr>
        <p:spPr>
          <a:xfrm>
            <a:off x="3114325" y="2833005"/>
            <a:ext cx="425829" cy="182479"/>
          </a:xfrm>
          <a:prstGeom prst="wedgeRectCallout">
            <a:avLst>
              <a:gd name="adj1" fmla="val -206146"/>
              <a:gd name="adj2" fmla="val -165865"/>
            </a:avLst>
          </a:prstGeom>
          <a:solidFill>
            <a:srgbClr val="FFFFFF">
              <a:alpha val="69804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Y-Y</a:t>
            </a: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BD455AAF-6111-40C1-ABF7-4FF1BC4F4FDB}"/>
              </a:ext>
            </a:extLst>
          </p:cNvPr>
          <p:cNvSpPr/>
          <p:nvPr/>
        </p:nvSpPr>
        <p:spPr>
          <a:xfrm>
            <a:off x="4030712" y="225208"/>
            <a:ext cx="990900" cy="379978"/>
          </a:xfrm>
          <a:prstGeom prst="wedgeRectCallout">
            <a:avLst>
              <a:gd name="adj1" fmla="val 63210"/>
              <a:gd name="adj2" fmla="val 40521"/>
            </a:avLst>
          </a:prstGeom>
          <a:solidFill>
            <a:srgbClr val="FFFFFF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After rotated 120</a:t>
            </a:r>
            <a:r>
              <a:rPr lang="en-US" sz="1200" dirty="0">
                <a:solidFill>
                  <a:schemeClr val="accent1"/>
                </a:solidFill>
                <a:sym typeface="Symbol" panose="05050102010706020507" pitchFamily="18" charset="2"/>
              </a:rPr>
              <a:t>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271C6975-6153-4EEA-B4C5-144535F87B8D}"/>
              </a:ext>
            </a:extLst>
          </p:cNvPr>
          <p:cNvSpPr/>
          <p:nvPr/>
        </p:nvSpPr>
        <p:spPr>
          <a:xfrm>
            <a:off x="4074416" y="3813940"/>
            <a:ext cx="990900" cy="379978"/>
          </a:xfrm>
          <a:prstGeom prst="wedgeRectCallout">
            <a:avLst>
              <a:gd name="adj1" fmla="val 63209"/>
              <a:gd name="adj2" fmla="val 42728"/>
            </a:avLst>
          </a:prstGeom>
          <a:solidFill>
            <a:srgbClr val="FFFFFF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After rotated 120</a:t>
            </a:r>
            <a:r>
              <a:rPr lang="en-US" sz="1200" dirty="0">
                <a:solidFill>
                  <a:schemeClr val="accent1"/>
                </a:solidFill>
                <a:sym typeface="Symbol" panose="05050102010706020507" pitchFamily="18" charset="2"/>
              </a:rPr>
              <a:t>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A4C4BB1F-F871-4E5D-A601-D767991FFC54}"/>
              </a:ext>
            </a:extLst>
          </p:cNvPr>
          <p:cNvSpPr/>
          <p:nvPr/>
        </p:nvSpPr>
        <p:spPr>
          <a:xfrm>
            <a:off x="677054" y="225208"/>
            <a:ext cx="690351" cy="261353"/>
          </a:xfrm>
          <a:prstGeom prst="wedgeRectCallout">
            <a:avLst>
              <a:gd name="adj1" fmla="val 71676"/>
              <a:gd name="adj2" fmla="val 47144"/>
            </a:avLst>
          </a:prstGeom>
          <a:solidFill>
            <a:srgbClr val="FFFFFF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Original </a:t>
            </a: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0A73B439-B774-4B11-83B2-2E853993D43B}"/>
              </a:ext>
            </a:extLst>
          </p:cNvPr>
          <p:cNvSpPr/>
          <p:nvPr/>
        </p:nvSpPr>
        <p:spPr>
          <a:xfrm>
            <a:off x="7617808" y="227258"/>
            <a:ext cx="1195756" cy="379978"/>
          </a:xfrm>
          <a:prstGeom prst="wedgeRectCallout">
            <a:avLst>
              <a:gd name="adj1" fmla="val 61152"/>
              <a:gd name="adj2" fmla="val 40521"/>
            </a:avLst>
          </a:prstGeom>
          <a:solidFill>
            <a:srgbClr val="FFFFFF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Original with different format </a:t>
            </a:r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41347128-9A99-448C-8C0E-FF8A03C94266}"/>
              </a:ext>
            </a:extLst>
          </p:cNvPr>
          <p:cNvSpPr/>
          <p:nvPr/>
        </p:nvSpPr>
        <p:spPr>
          <a:xfrm>
            <a:off x="8283661" y="3813940"/>
            <a:ext cx="690351" cy="261353"/>
          </a:xfrm>
          <a:prstGeom prst="wedgeRectCallout">
            <a:avLst>
              <a:gd name="adj1" fmla="val 70461"/>
              <a:gd name="adj2" fmla="val 53564"/>
            </a:avLst>
          </a:prstGeom>
          <a:solidFill>
            <a:srgbClr val="FFFFFF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Original </a:t>
            </a:r>
          </a:p>
        </p:txBody>
      </p:sp>
      <p:sp>
        <p:nvSpPr>
          <p:cNvPr id="38" name="Speech Bubble: Rectangle 37">
            <a:extLst>
              <a:ext uri="{FF2B5EF4-FFF2-40B4-BE49-F238E27FC236}">
                <a16:creationId xmlns:a16="http://schemas.microsoft.com/office/drawing/2014/main" id="{F7A7068F-E99A-41B0-9C98-18262A4A4BCC}"/>
              </a:ext>
            </a:extLst>
          </p:cNvPr>
          <p:cNvSpPr/>
          <p:nvPr/>
        </p:nvSpPr>
        <p:spPr>
          <a:xfrm>
            <a:off x="677449" y="3813940"/>
            <a:ext cx="690351" cy="261353"/>
          </a:xfrm>
          <a:prstGeom prst="wedgeRectCallout">
            <a:avLst>
              <a:gd name="adj1" fmla="val 70461"/>
              <a:gd name="adj2" fmla="val 50354"/>
            </a:avLst>
          </a:prstGeom>
          <a:solidFill>
            <a:srgbClr val="FFFFFF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Original </a:t>
            </a:r>
          </a:p>
        </p:txBody>
      </p:sp>
    </p:spTree>
    <p:extLst>
      <p:ext uri="{BB962C8B-B14F-4D97-AF65-F5344CB8AC3E}">
        <p14:creationId xmlns:p14="http://schemas.microsoft.com/office/powerpoint/2010/main" val="1354188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000000-0008-0000-0000-000006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208" y="679134"/>
            <a:ext cx="3926333" cy="28116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000000-0008-0000-0000-000007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415" y="678004"/>
            <a:ext cx="3926333" cy="28116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000000-0008-0000-0000-000008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989" y="3625152"/>
            <a:ext cx="3598481" cy="27625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000000-0008-0000-0000-00000900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924" y="3624217"/>
            <a:ext cx="3729612" cy="2751416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CD27379F-6781-431B-B449-55761AAA2882}"/>
              </a:ext>
            </a:extLst>
          </p:cNvPr>
          <p:cNvGrpSpPr/>
          <p:nvPr/>
        </p:nvGrpSpPr>
        <p:grpSpPr>
          <a:xfrm>
            <a:off x="914038" y="643500"/>
            <a:ext cx="2236510" cy="2496313"/>
            <a:chOff x="9911391" y="997676"/>
            <a:chExt cx="2236510" cy="2496313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6F3D6EB-A7BA-425F-A7F0-9B59F5D6C7FB}"/>
                </a:ext>
              </a:extLst>
            </p:cNvPr>
            <p:cNvSpPr/>
            <p:nvPr/>
          </p:nvSpPr>
          <p:spPr>
            <a:xfrm>
              <a:off x="10136238" y="1590267"/>
              <a:ext cx="1419166" cy="1429770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7A22A0F-6BCA-4756-B3AF-E12855B0626A}"/>
                </a:ext>
              </a:extLst>
            </p:cNvPr>
            <p:cNvCxnSpPr>
              <a:cxnSpLocks/>
            </p:cNvCxnSpPr>
            <p:nvPr/>
          </p:nvCxnSpPr>
          <p:spPr>
            <a:xfrm>
              <a:off x="9911391" y="2311059"/>
              <a:ext cx="1909517" cy="0"/>
            </a:xfrm>
            <a:prstGeom prst="straightConnector1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AD5B158-035C-4EA7-83A4-8C740F911A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947" y="1887523"/>
              <a:ext cx="358436" cy="423536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E28E242-8338-408B-BF60-34844CC352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4508" y="1317072"/>
              <a:ext cx="20156" cy="1883328"/>
            </a:xfrm>
            <a:prstGeom prst="line">
              <a:avLst/>
            </a:prstGeom>
            <a:ln w="31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BC0949-373D-49E7-9323-C42C4D20A60D}"/>
                </a:ext>
              </a:extLst>
            </p:cNvPr>
            <p:cNvSpPr txBox="1"/>
            <p:nvPr/>
          </p:nvSpPr>
          <p:spPr>
            <a:xfrm>
              <a:off x="11031113" y="1664127"/>
              <a:ext cx="2760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00630BE-65B4-462E-B370-F4138E31059B}"/>
                </a:ext>
              </a:extLst>
            </p:cNvPr>
            <p:cNvSpPr txBox="1"/>
            <p:nvPr/>
          </p:nvSpPr>
          <p:spPr>
            <a:xfrm>
              <a:off x="11100282" y="1432020"/>
              <a:ext cx="2760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69D1A4B-D3C4-4809-B2D7-7CC6DA9B1868}"/>
                </a:ext>
              </a:extLst>
            </p:cNvPr>
            <p:cNvSpPr txBox="1"/>
            <p:nvPr/>
          </p:nvSpPr>
          <p:spPr>
            <a:xfrm>
              <a:off x="10925345" y="1477285"/>
              <a:ext cx="2760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78F9A11-5CFB-40B5-8794-6B560D761D55}"/>
                </a:ext>
              </a:extLst>
            </p:cNvPr>
            <p:cNvSpPr txBox="1"/>
            <p:nvPr/>
          </p:nvSpPr>
          <p:spPr>
            <a:xfrm>
              <a:off x="11223061" y="1576736"/>
              <a:ext cx="2760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823438D-E18A-448F-A48C-BBA65A78FC8A}"/>
                </a:ext>
              </a:extLst>
            </p:cNvPr>
            <p:cNvSpPr txBox="1"/>
            <p:nvPr/>
          </p:nvSpPr>
          <p:spPr>
            <a:xfrm>
              <a:off x="11078604" y="1513137"/>
              <a:ext cx="2760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.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586719C-9BB1-4701-AE6D-568B5D640609}"/>
                    </a:ext>
                  </a:extLst>
                </p:cNvPr>
                <p:cNvSpPr txBox="1"/>
                <p:nvPr/>
              </p:nvSpPr>
              <p:spPr>
                <a:xfrm>
                  <a:off x="9911391" y="3288996"/>
                  <a:ext cx="2236510" cy="20499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1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ad>
                          <m:radPr>
                            <m:degHide m:val="on"/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11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𝑎𝑟𝑐𝑡𝑎𝑛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586719C-9BB1-4701-AE6D-568B5D6406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1391" y="3288996"/>
                  <a:ext cx="2236510" cy="204993"/>
                </a:xfrm>
                <a:prstGeom prst="rect">
                  <a:avLst/>
                </a:prstGeom>
                <a:blipFill>
                  <a:blip r:embed="rId6"/>
                  <a:stretch>
                    <a:fillRect l="-545" r="-1907" b="-264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F49A4FA-8DDD-4E92-B30A-5304BCE6E02C}"/>
                    </a:ext>
                  </a:extLst>
                </p:cNvPr>
                <p:cNvSpPr txBox="1"/>
                <p:nvPr/>
              </p:nvSpPr>
              <p:spPr>
                <a:xfrm>
                  <a:off x="9911391" y="997676"/>
                  <a:ext cx="1281553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100" i="1" dirty="0">
                    <a:sym typeface="Symbol" panose="05050102010706020507" pitchFamily="18" charset="2"/>
                  </a:endParaRPr>
                </a:p>
                <a:p>
                  <a:r>
                    <a:rPr lang="en-US" sz="1100" i="1" dirty="0">
                      <a:sym typeface="Symbol" panose="05050102010706020507" pitchFamily="18" charset="2"/>
                    </a:rPr>
                    <a:t> </a:t>
                  </a:r>
                  <a:r>
                    <a:rPr lang="en-US" sz="1100" b="0" i="1" dirty="0"/>
                    <a:t>=</a:t>
                  </a:r>
                  <a14:m>
                    <m:oMath xmlns:m="http://schemas.openxmlformats.org/officeDocument/2006/math"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𝑎𝑟𝑐𝑡𝑎𝑛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100" i="1" dirty="0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F49A4FA-8DDD-4E92-B30A-5304BCE6E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1391" y="997676"/>
                  <a:ext cx="1281553" cy="430887"/>
                </a:xfrm>
                <a:prstGeom prst="rect">
                  <a:avLst/>
                </a:prstGeom>
                <a:blipFill>
                  <a:blip r:embed="rId7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EFC66F7-BC98-4D5B-AAC7-A5800DD6EED8}"/>
                    </a:ext>
                  </a:extLst>
                </p:cNvPr>
                <p:cNvSpPr txBox="1"/>
                <p:nvPr/>
              </p:nvSpPr>
              <p:spPr>
                <a:xfrm>
                  <a:off x="10842947" y="1898459"/>
                  <a:ext cx="306496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EFC66F7-BC98-4D5B-AAC7-A5800DD6EE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2947" y="1898459"/>
                  <a:ext cx="306496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3A43E5F-4FDB-4838-8CF0-30B9D15274EC}"/>
                    </a:ext>
                  </a:extLst>
                </p:cNvPr>
                <p:cNvSpPr txBox="1"/>
                <p:nvPr/>
              </p:nvSpPr>
              <p:spPr>
                <a:xfrm>
                  <a:off x="10886448" y="2092175"/>
                  <a:ext cx="306496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</m:t>
                        </m:r>
                      </m:oMath>
                    </m:oMathPara>
                  </a14:m>
                  <a:endParaRPr lang="en-US" sz="1100" i="1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3A43E5F-4FDB-4838-8CF0-30B9D15274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86448" y="2092175"/>
                  <a:ext cx="306496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F7470D4-3B9C-46B9-AC1A-E1CE5212D235}"/>
                  </a:ext>
                </a:extLst>
              </p:cNvPr>
              <p:cNvSpPr txBox="1"/>
              <p:nvPr/>
            </p:nvSpPr>
            <p:spPr>
              <a:xfrm>
                <a:off x="5095750" y="2384559"/>
                <a:ext cx="114383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 </m:t>
                      </m:r>
                    </m:oMath>
                  </m:oMathPara>
                </a14:m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F7470D4-3B9C-46B9-AC1A-E1CE5212D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750" y="2384559"/>
                <a:ext cx="1143831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55AA2EC-6BFC-47BB-B55F-9F5147CE869B}"/>
                  </a:ext>
                </a:extLst>
              </p:cNvPr>
              <p:cNvSpPr txBox="1"/>
              <p:nvPr/>
            </p:nvSpPr>
            <p:spPr>
              <a:xfrm>
                <a:off x="9171581" y="2384558"/>
                <a:ext cx="9266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55AA2EC-6BFC-47BB-B55F-9F5147CE8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581" y="2384558"/>
                <a:ext cx="926689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200956F-5CAF-42C0-8C80-C0081C826B55}"/>
                  </a:ext>
                </a:extLst>
              </p:cNvPr>
              <p:cNvSpPr txBox="1"/>
              <p:nvPr/>
            </p:nvSpPr>
            <p:spPr>
              <a:xfrm>
                <a:off x="826604" y="3245233"/>
                <a:ext cx="2737973" cy="518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The</m:t>
                      </m:r>
                      <m:r>
                        <a:rPr lang="en-US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1400" b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Measurement</m:t>
                      </m:r>
                      <m:r>
                        <m:rPr>
                          <m:nor/>
                        </m:rPr>
                        <a:rPr lang="en-US" sz="1400" b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point</m:t>
                      </m:r>
                      <m:r>
                        <m:rPr>
                          <m:nor/>
                        </m:rPr>
                        <a:rPr lang="en-US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  <m:r>
                        <m:rPr>
                          <m:nor/>
                        </m:rPr>
                        <a:rPr lang="en-US" sz="1400" b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1400" b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sort</m:t>
                      </m:r>
                      <m:r>
                        <m:rPr>
                          <m:nor/>
                        </m:rPr>
                        <a:rPr lang="en-US" sz="1400" b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ed</m:t>
                      </m:r>
                      <m:r>
                        <m:rPr>
                          <m:nor/>
                        </m:rPr>
                        <a:rPr lang="en-US" sz="1400" b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by</m:t>
                      </m:r>
                      <m:r>
                        <m:rPr>
                          <m:nor/>
                        </m:rPr>
                        <a:rPr lang="en-US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scending</m:t>
                      </m:r>
                      <m:r>
                        <m:rPr>
                          <m:nor/>
                        </m:rPr>
                        <a:rPr lang="en-US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r>
                        <m:rPr>
                          <m:nor/>
                        </m:rPr>
                        <a:rPr lang="en-US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rder</m:t>
                      </m:r>
                      <m:r>
                        <m:rPr>
                          <m:nor/>
                        </m:rPr>
                        <a:rPr lang="en-US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"</m:t>
                      </m:r>
                      <m:r>
                        <m:rPr>
                          <m:nor/>
                        </m:rPr>
                        <a:rPr lang="en-US" sz="1400" b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US" sz="1400" b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en-US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200956F-5CAF-42C0-8C80-C0081C826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04" y="3245233"/>
                <a:ext cx="2737973" cy="518283"/>
              </a:xfrm>
              <a:prstGeom prst="rect">
                <a:avLst/>
              </a:prstGeom>
              <a:blipFill>
                <a:blip r:embed="rId1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6757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774B660-3D23-48C1-820A-7A4F9AAEA927}"/>
              </a:ext>
            </a:extLst>
          </p:cNvPr>
          <p:cNvGrpSpPr/>
          <p:nvPr/>
        </p:nvGrpSpPr>
        <p:grpSpPr>
          <a:xfrm>
            <a:off x="1079384" y="0"/>
            <a:ext cx="10036500" cy="6851940"/>
            <a:chOff x="609600" y="0"/>
            <a:chExt cx="10036500" cy="685194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E87E20F-34A9-4543-88BA-DA4E90E3E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0"/>
              <a:ext cx="10036500" cy="6851940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B0FB765-AF9F-4934-9C8C-99282C4A9067}"/>
                </a:ext>
              </a:extLst>
            </p:cNvPr>
            <p:cNvSpPr/>
            <p:nvPr/>
          </p:nvSpPr>
          <p:spPr>
            <a:xfrm>
              <a:off x="969363" y="2878112"/>
              <a:ext cx="1222977" cy="3627620"/>
            </a:xfrm>
            <a:prstGeom prst="roundRect">
              <a:avLst>
                <a:gd name="adj" fmla="val 3170"/>
              </a:avLst>
            </a:prstGeom>
            <a:noFill/>
            <a:ln w="28575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8A6BFE5-B3DE-49C3-80BA-60E7C934EE04}"/>
                </a:ext>
              </a:extLst>
            </p:cNvPr>
            <p:cNvSpPr/>
            <p:nvPr/>
          </p:nvSpPr>
          <p:spPr>
            <a:xfrm>
              <a:off x="3555167" y="2908092"/>
              <a:ext cx="6872990" cy="3597640"/>
            </a:xfrm>
            <a:prstGeom prst="roundRect">
              <a:avLst>
                <a:gd name="adj" fmla="val 1000"/>
              </a:avLst>
            </a:prstGeom>
            <a:noFill/>
            <a:ln w="28575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4385A7-8D61-4225-86B0-043182EF21EE}"/>
                </a:ext>
              </a:extLst>
            </p:cNvPr>
            <p:cNvSpPr txBox="1"/>
            <p:nvPr/>
          </p:nvSpPr>
          <p:spPr>
            <a:xfrm>
              <a:off x="6538053" y="4878224"/>
              <a:ext cx="253438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accent2"/>
                  </a:solidFill>
                </a:rPr>
                <a:t>Leave unused columns blank without any elements 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9F8E449-0443-48FB-B070-6739A84D1FA6}"/>
                </a:ext>
              </a:extLst>
            </p:cNvPr>
            <p:cNvSpPr/>
            <p:nvPr/>
          </p:nvSpPr>
          <p:spPr>
            <a:xfrm>
              <a:off x="894413" y="2652192"/>
              <a:ext cx="9533744" cy="180949"/>
            </a:xfrm>
            <a:prstGeom prst="roundRect">
              <a:avLst>
                <a:gd name="adj" fmla="val 3170"/>
              </a:avLst>
            </a:prstGeom>
            <a:noFill/>
            <a:ln w="28575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Speech Bubble: Rectangle 11">
              <a:extLst>
                <a:ext uri="{FF2B5EF4-FFF2-40B4-BE49-F238E27FC236}">
                  <a16:creationId xmlns:a16="http://schemas.microsoft.com/office/drawing/2014/main" id="{C1D5C2C0-E447-4510-9918-E12678671728}"/>
                </a:ext>
              </a:extLst>
            </p:cNvPr>
            <p:cNvSpPr/>
            <p:nvPr/>
          </p:nvSpPr>
          <p:spPr>
            <a:xfrm>
              <a:off x="3147037" y="4251808"/>
              <a:ext cx="2514248" cy="455104"/>
            </a:xfrm>
            <a:prstGeom prst="wedgeRectCallout">
              <a:avLst>
                <a:gd name="adj1" fmla="val -87700"/>
                <a:gd name="adj2" fmla="val -76651"/>
              </a:avLst>
            </a:prstGeom>
            <a:solidFill>
              <a:srgbClr val="FFFFFF"/>
            </a:solidFill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accent1"/>
                  </a:solidFill>
                </a:rPr>
                <a:t>Columns starting from A2 and B2 are reserved for x, y coordination</a:t>
              </a:r>
            </a:p>
          </p:txBody>
        </p:sp>
        <p:sp>
          <p:nvSpPr>
            <p:cNvPr id="4" name="Speech Bubble: Rectangle 3">
              <a:extLst>
                <a:ext uri="{FF2B5EF4-FFF2-40B4-BE49-F238E27FC236}">
                  <a16:creationId xmlns:a16="http://schemas.microsoft.com/office/drawing/2014/main" id="{583742D0-9990-4CD5-ACB0-6D9450CA8DEE}"/>
                </a:ext>
              </a:extLst>
            </p:cNvPr>
            <p:cNvSpPr/>
            <p:nvPr/>
          </p:nvSpPr>
          <p:spPr>
            <a:xfrm>
              <a:off x="6178081" y="3425970"/>
              <a:ext cx="1627162" cy="455104"/>
            </a:xfrm>
            <a:prstGeom prst="wedgeRectCallout">
              <a:avLst>
                <a:gd name="adj1" fmla="val -42134"/>
                <a:gd name="adj2" fmla="val -201234"/>
              </a:avLst>
            </a:prstGeom>
            <a:solidFill>
              <a:srgbClr val="FFFFFF">
                <a:alpha val="69804"/>
              </a:srgbClr>
            </a:solidFill>
            <a:ln w="63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accent6">
                      <a:lumMod val="75000"/>
                    </a:schemeClr>
                  </a:solidFill>
                </a:rPr>
                <a:t>Row1 can be written in anything for note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888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86EB3D5-30A7-4344-BB18-0C158B55F7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18" t="17737" r="20402" b="26465"/>
          <a:stretch/>
        </p:blipFill>
        <p:spPr>
          <a:xfrm>
            <a:off x="567655" y="553672"/>
            <a:ext cx="11056690" cy="56080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CAF528-B492-4981-961C-32E12473DA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990" t="18548" r="60006" b="34652"/>
          <a:stretch/>
        </p:blipFill>
        <p:spPr>
          <a:xfrm>
            <a:off x="2750442" y="2058415"/>
            <a:ext cx="885090" cy="46563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A45795-8EF0-4A5A-A7F1-E0A1324FE21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399" t="18599" r="64592" b="36879"/>
          <a:stretch/>
        </p:blipFill>
        <p:spPr>
          <a:xfrm>
            <a:off x="1554727" y="2289308"/>
            <a:ext cx="885090" cy="44254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C4BD55-B22C-4599-B65E-26E4CC5879F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9725" t="22140" r="35252" b="68318"/>
          <a:stretch/>
        </p:blipFill>
        <p:spPr>
          <a:xfrm>
            <a:off x="9005377" y="2289454"/>
            <a:ext cx="872362" cy="932116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289BB71-6653-4C72-B233-13A16A017EC7}"/>
              </a:ext>
            </a:extLst>
          </p:cNvPr>
          <p:cNvCxnSpPr>
            <a:cxnSpLocks/>
          </p:cNvCxnSpPr>
          <p:nvPr/>
        </p:nvCxnSpPr>
        <p:spPr>
          <a:xfrm flipV="1">
            <a:off x="2063692" y="1248369"/>
            <a:ext cx="352337" cy="1042177"/>
          </a:xfrm>
          <a:prstGeom prst="straightConnector1">
            <a:avLst/>
          </a:prstGeom>
          <a:ln w="31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BC3A68-FC4D-4119-8DA8-307A03E38841}"/>
              </a:ext>
            </a:extLst>
          </p:cNvPr>
          <p:cNvCxnSpPr>
            <a:cxnSpLocks/>
          </p:cNvCxnSpPr>
          <p:nvPr/>
        </p:nvCxnSpPr>
        <p:spPr>
          <a:xfrm flipV="1">
            <a:off x="3397541" y="1248369"/>
            <a:ext cx="221505" cy="797518"/>
          </a:xfrm>
          <a:prstGeom prst="straightConnector1">
            <a:avLst/>
          </a:prstGeom>
          <a:ln w="31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0C5DAD-78F4-4C40-84C3-2704D9B8C3C4}"/>
              </a:ext>
            </a:extLst>
          </p:cNvPr>
          <p:cNvCxnSpPr>
            <a:cxnSpLocks/>
          </p:cNvCxnSpPr>
          <p:nvPr/>
        </p:nvCxnSpPr>
        <p:spPr>
          <a:xfrm flipH="1" flipV="1">
            <a:off x="8572955" y="1619075"/>
            <a:ext cx="484742" cy="636216"/>
          </a:xfrm>
          <a:prstGeom prst="straightConnector1">
            <a:avLst/>
          </a:prstGeom>
          <a:ln w="31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D4F941A7-B5E7-42EB-BD11-1F255EA0ED15}"/>
              </a:ext>
            </a:extLst>
          </p:cNvPr>
          <p:cNvSpPr/>
          <p:nvPr/>
        </p:nvSpPr>
        <p:spPr>
          <a:xfrm>
            <a:off x="3759447" y="3319680"/>
            <a:ext cx="1368146" cy="795368"/>
          </a:xfrm>
          <a:prstGeom prst="wedgeRectCallout">
            <a:avLst>
              <a:gd name="adj1" fmla="val -79657"/>
              <a:gd name="adj2" fmla="val -183312"/>
            </a:avLst>
          </a:prstGeom>
          <a:solidFill>
            <a:srgbClr val="FFFFFF">
              <a:alpha val="69804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In single-film case select "0" from dropdown button "T2=D"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81C1794D-100F-43D3-A741-778E48D4FF5F}"/>
              </a:ext>
            </a:extLst>
          </p:cNvPr>
          <p:cNvSpPr/>
          <p:nvPr/>
        </p:nvSpPr>
        <p:spPr>
          <a:xfrm>
            <a:off x="3883363" y="346245"/>
            <a:ext cx="2236564" cy="448409"/>
          </a:xfrm>
          <a:prstGeom prst="wedgeRectCallout">
            <a:avLst>
              <a:gd name="adj1" fmla="val -28243"/>
              <a:gd name="adj2" fmla="val 170472"/>
            </a:avLst>
          </a:prstGeom>
          <a:solidFill>
            <a:srgbClr val="FFFFFF">
              <a:alpha val="69804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For axis label other units can be entered, e.g., Ohm/sq, </a:t>
            </a:r>
            <a:r>
              <a:rPr lang="en-US" sz="1200" dirty="0">
                <a:solidFill>
                  <a:schemeClr val="accent1"/>
                </a:solidFill>
                <a:sym typeface="Symbol" panose="05050102010706020507" pitchFamily="18" charset="2"/>
              </a:rPr>
              <a:t></a:t>
            </a:r>
            <a:r>
              <a:rPr lang="en-US" sz="1200" dirty="0">
                <a:solidFill>
                  <a:schemeClr val="accent1"/>
                </a:solidFill>
              </a:rPr>
              <a:t>C</a:t>
            </a:r>
          </a:p>
        </p:txBody>
      </p: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8A14BC04-9F1C-4505-9AD0-0CD66268007D}"/>
              </a:ext>
            </a:extLst>
          </p:cNvPr>
          <p:cNvSpPr/>
          <p:nvPr/>
        </p:nvSpPr>
        <p:spPr>
          <a:xfrm>
            <a:off x="4260673" y="2676291"/>
            <a:ext cx="1981671" cy="448410"/>
          </a:xfrm>
          <a:prstGeom prst="wedgeRectCallout">
            <a:avLst>
              <a:gd name="adj1" fmla="val -42120"/>
              <a:gd name="adj2" fmla="val -216458"/>
            </a:avLst>
          </a:prstGeom>
          <a:solidFill>
            <a:srgbClr val="FFFFFF">
              <a:alpha val="69804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For rate input time in second and click button “(T1-T2)/t”</a:t>
            </a:r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D32A2496-F648-4205-B026-1E34E8613126}"/>
              </a:ext>
            </a:extLst>
          </p:cNvPr>
          <p:cNvSpPr/>
          <p:nvPr/>
        </p:nvSpPr>
        <p:spPr>
          <a:xfrm>
            <a:off x="5144792" y="2031087"/>
            <a:ext cx="1850191" cy="448409"/>
          </a:xfrm>
          <a:prstGeom prst="wedgeRectCallout">
            <a:avLst>
              <a:gd name="adj1" fmla="val -26173"/>
              <a:gd name="adj2" fmla="val -142797"/>
            </a:avLst>
          </a:prstGeom>
          <a:solidFill>
            <a:srgbClr val="FFFFFF">
              <a:alpha val="69804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Either set sigma or points to be removed </a:t>
            </a:r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CEE08EA7-DE6F-4F49-9194-174ED5B0B412}"/>
              </a:ext>
            </a:extLst>
          </p:cNvPr>
          <p:cNvSpPr/>
          <p:nvPr/>
        </p:nvSpPr>
        <p:spPr>
          <a:xfrm>
            <a:off x="7022869" y="2755512"/>
            <a:ext cx="1674002" cy="595377"/>
          </a:xfrm>
          <a:prstGeom prst="wedgeRectCallout">
            <a:avLst>
              <a:gd name="adj1" fmla="val 28525"/>
              <a:gd name="adj2" fmla="val -189062"/>
            </a:avLst>
          </a:prstGeom>
          <a:solidFill>
            <a:srgbClr val="FFFFFF">
              <a:alpha val="69804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</a:rPr>
              <a:t>For fair comparison set a range for maps to be compared</a:t>
            </a:r>
          </a:p>
        </p:txBody>
      </p:sp>
    </p:spTree>
    <p:extLst>
      <p:ext uri="{BB962C8B-B14F-4D97-AF65-F5344CB8AC3E}">
        <p14:creationId xmlns:p14="http://schemas.microsoft.com/office/powerpoint/2010/main" val="4083851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704D830-15B7-4DC4-9AEC-A511BF2D7F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60" t="23119" r="24833" b="2875"/>
          <a:stretch/>
        </p:blipFill>
        <p:spPr>
          <a:xfrm>
            <a:off x="742313" y="304166"/>
            <a:ext cx="10675341" cy="62496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99EA24-668A-4F44-9158-4E3EFA629E65}"/>
              </a:ext>
            </a:extLst>
          </p:cNvPr>
          <p:cNvSpPr txBox="1"/>
          <p:nvPr/>
        </p:nvSpPr>
        <p:spPr>
          <a:xfrm>
            <a:off x="8324910" y="4844668"/>
            <a:ext cx="222844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Auto-generated summary page in Excel</a:t>
            </a:r>
          </a:p>
        </p:txBody>
      </p:sp>
    </p:spTree>
    <p:extLst>
      <p:ext uri="{BB962C8B-B14F-4D97-AF65-F5344CB8AC3E}">
        <p14:creationId xmlns:p14="http://schemas.microsoft.com/office/powerpoint/2010/main" val="2872454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</TotalTime>
  <Words>219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 Hou</dc:creator>
  <cp:lastModifiedBy>Li Hou</cp:lastModifiedBy>
  <cp:revision>80</cp:revision>
  <dcterms:created xsi:type="dcterms:W3CDTF">2022-02-06T18:17:55Z</dcterms:created>
  <dcterms:modified xsi:type="dcterms:W3CDTF">2022-04-10T20:47:07Z</dcterms:modified>
</cp:coreProperties>
</file>